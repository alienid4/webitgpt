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74519"/>
            <a:ext cx="1078992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5200" b="1">
                <a:solidFill>
                  <a:srgbClr val="141413"/>
                </a:solidFill>
                <a:latin typeface="Noto Sans TC"/>
              </a:defRPr>
            </a:pPr>
            <a:r>
              <a:t>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788920"/>
            <a:ext cx="98755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2500" b="0">
                <a:solidFill>
                  <a:srgbClr val="0D5C47"/>
                </a:solidFill>
                <a:latin typeface="Noto Sans TC"/>
              </a:defRPr>
            </a:pPr>
            <a:r>
              <a:t>???????????????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3703320"/>
            <a:ext cx="1828800" cy="411480"/>
          </a:xfrm>
          <a:prstGeom prst="roundRect">
            <a:avLst/>
          </a:prstGeom>
          <a:solidFill>
            <a:srgbClr val="EBF7E8"/>
          </a:solidFill>
          <a:ln w="1778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lnSpc>
                <a:spcPct val="105000"/>
              </a:lnSpc>
              <a:defRPr sz="1100" b="1">
                <a:solidFill>
                  <a:srgbClr val="0D5C47"/>
                </a:solidFill>
                <a:latin typeface="Noto Sans TC"/>
              </a:defRPr>
            </a:pPr>
            <a:r>
              <a:t>IT Inspection Command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850" b="0">
                <a:solidFill>
                  <a:srgbClr val="707070"/>
                </a:solidFill>
                <a:latin typeface="Noto Sans TC"/>
              </a:defRPr>
            </a:pPr>
            <a:r>
              <a:t>????? / Apple-style concept v1 /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2800" b="1">
                <a:solidFill>
                  <a:srgbClr val="141413"/>
                </a:solidFill>
                <a:latin typeface="Noto Sans TC"/>
              </a:defRPr>
            </a:pPr>
            <a:r>
              <a:t>?????????????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51560"/>
            <a:ext cx="98755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250" b="0">
                <a:solidFill>
                  <a:srgbClr val="707070"/>
                </a:solidFill>
                <a:latin typeface="Noto Sans TC"/>
              </a:defRPr>
            </a:pPr>
            <a:r>
              <a:t>??????????????????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148840"/>
            <a:ext cx="2423160" cy="2011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148840"/>
            <a:ext cx="54864" cy="2011680"/>
          </a:xfrm>
          <a:prstGeom prst="rect">
            <a:avLst/>
          </a:prstGeom>
          <a:solidFill>
            <a:srgbClr val="E87C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313432"/>
            <a:ext cx="21031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0D5C47"/>
                </a:solidFill>
                <a:latin typeface="Noto Sans TC"/>
              </a:defRPr>
            </a:pPr>
            <a:r>
              <a:t>??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715768"/>
            <a:ext cx="2103120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500" b="0">
                <a:solidFill>
                  <a:srgbClr val="141413"/>
                </a:solidFill>
                <a:latin typeface="Noto Sans TC"/>
              </a:defRPr>
            </a:pPr>
            <a:r>
              <a:t>Excel??????IP ??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148840"/>
            <a:ext cx="2423160" cy="2011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66160" y="2148840"/>
            <a:ext cx="54864" cy="2011680"/>
          </a:xfrm>
          <a:prstGeom prst="rect">
            <a:avLst/>
          </a:prstGeom>
          <a:solidFill>
            <a:srgbClr val="E87C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67328" y="2313432"/>
            <a:ext cx="21031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0D5C47"/>
                </a:solidFill>
                <a:latin typeface="Noto Sans TC"/>
              </a:defRPr>
            </a:pPr>
            <a:r>
              <a:t>??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67328" y="2715768"/>
            <a:ext cx="2103120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500" b="0">
                <a:solidFill>
                  <a:srgbClr val="141413"/>
                </a:solidFill>
                <a:latin typeface="Noto Sans TC"/>
              </a:defRPr>
            </a:pPr>
            <a:r>
              <a:t>?????????????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9" y="2148840"/>
            <a:ext cx="2423160" cy="2011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79" y="2148840"/>
            <a:ext cx="54864" cy="2011680"/>
          </a:xfrm>
          <a:prstGeom prst="rect">
            <a:avLst/>
          </a:prstGeom>
          <a:solidFill>
            <a:srgbClr val="E87C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7" y="2313432"/>
            <a:ext cx="21031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0D5C47"/>
                </a:solidFill>
                <a:latin typeface="Noto Sans TC"/>
              </a:defRPr>
            </a:pPr>
            <a:r>
              <a:t>??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7" y="2715768"/>
            <a:ext cx="2103120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500" b="0">
                <a:solidFill>
                  <a:srgbClr val="141413"/>
                </a:solidFill>
                <a:latin typeface="Noto Sans TC"/>
              </a:defRPr>
            </a:pPr>
            <a:r>
              <a:t>????PAM?????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3999" y="2148840"/>
            <a:ext cx="2423160" cy="2011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3999" y="2148840"/>
            <a:ext cx="54864" cy="2011680"/>
          </a:xfrm>
          <a:prstGeom prst="rect">
            <a:avLst/>
          </a:prstGeom>
          <a:solidFill>
            <a:srgbClr val="E87C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45167" y="2313432"/>
            <a:ext cx="21031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0D5C47"/>
                </a:solidFill>
                <a:latin typeface="Noto Sans TC"/>
              </a:defRPr>
            </a:pPr>
            <a:r>
              <a:t>??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5167" y="2715768"/>
            <a:ext cx="2103120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500" b="0">
                <a:solidFill>
                  <a:srgbClr val="141413"/>
                </a:solidFill>
                <a:latin typeface="Noto Sans TC"/>
              </a:defRPr>
            </a:pPr>
            <a:r>
              <a:t>???????????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166360"/>
            <a:ext cx="102412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2400" b="1">
                <a:solidFill>
                  <a:srgbClr val="141413"/>
                </a:solidFill>
                <a:latin typeface="Noto Sans TC"/>
              </a:defRPr>
            </a:pPr>
            <a:r>
              <a:t>???????????????????????????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850" b="0">
                <a:solidFill>
                  <a:srgbClr val="707070"/>
                </a:solidFill>
                <a:latin typeface="Noto Sans TC"/>
              </a:defRPr>
            </a:pPr>
            <a:r>
              <a:t>????? / Apple-style concept v1 /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17320"/>
            <a:ext cx="102412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3900" b="1">
                <a:solidFill>
                  <a:srgbClr val="141413"/>
                </a:solidFill>
                <a:latin typeface="Noto Sans TC"/>
              </a:defRPr>
            </a:pPr>
            <a:r>
              <a:t>? IT ??????????????</a:t>
            </a:r>
          </a:p>
        </p:txBody>
      </p:sp>
      <p:sp>
        <p:nvSpPr>
          <p:cNvPr id="3" name="Oval 2"/>
          <p:cNvSpPr/>
          <p:nvPr/>
        </p:nvSpPr>
        <p:spPr>
          <a:xfrm>
            <a:off x="960120" y="3017520"/>
            <a:ext cx="1234440" cy="12344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5000"/>
              </a:lnSpc>
              <a:defRPr sz="1500" b="1">
                <a:solidFill>
                  <a:srgbClr val="0D5C47"/>
                </a:solidFill>
                <a:latin typeface="Noto Sans TC"/>
              </a:defRPr>
            </a:pPr>
            <a:r>
              <a:t>??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12848" y="3639312"/>
            <a:ext cx="850392" cy="0"/>
          </a:xfrm>
          <a:prstGeom prst="line">
            <a:avLst/>
          </a:prstGeom>
          <a:ln w="2794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3200400" y="3017520"/>
            <a:ext cx="1234440" cy="12344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5000"/>
              </a:lnSpc>
              <a:defRPr sz="1500" b="1">
                <a:solidFill>
                  <a:srgbClr val="0D5C47"/>
                </a:solidFill>
                <a:latin typeface="Noto Sans TC"/>
              </a:defRPr>
            </a:pPr>
            <a:r>
              <a:t>????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453128" y="3639312"/>
            <a:ext cx="850392" cy="0"/>
          </a:xfrm>
          <a:prstGeom prst="line">
            <a:avLst/>
          </a:prstGeom>
          <a:ln w="2794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440680" y="3017520"/>
            <a:ext cx="1234440" cy="12344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5000"/>
              </a:lnSpc>
              <a:defRPr sz="1500" b="1">
                <a:solidFill>
                  <a:srgbClr val="0D5C47"/>
                </a:solidFill>
                <a:latin typeface="Noto Sans TC"/>
              </a:defRPr>
            </a:pPr>
            <a:r>
              <a:t>????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693408" y="3639312"/>
            <a:ext cx="850392" cy="0"/>
          </a:xfrm>
          <a:prstGeom prst="line">
            <a:avLst/>
          </a:prstGeom>
          <a:ln w="2794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680960" y="3017520"/>
            <a:ext cx="1234440" cy="12344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5000"/>
              </a:lnSpc>
              <a:defRPr sz="1500" b="1">
                <a:solidFill>
                  <a:srgbClr val="0D5C47"/>
                </a:solidFill>
                <a:latin typeface="Noto Sans TC"/>
              </a:defRPr>
            </a:pPr>
            <a:r>
              <a:t>????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933688" y="3639312"/>
            <a:ext cx="850392" cy="0"/>
          </a:xfrm>
          <a:prstGeom prst="line">
            <a:avLst/>
          </a:prstGeom>
          <a:ln w="2794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9921240" y="3017520"/>
            <a:ext cx="1234440" cy="12344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5000"/>
              </a:lnSpc>
              <a:defRPr sz="1500" b="1">
                <a:solidFill>
                  <a:srgbClr val="0D5C47"/>
                </a:solidFill>
                <a:latin typeface="Noto Sans TC"/>
              </a:defRPr>
            </a:pPr>
            <a:r>
              <a:t>????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120640"/>
            <a:ext cx="97840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2200" b="0">
                <a:solidFill>
                  <a:srgbClr val="707070"/>
                </a:solidFill>
                <a:latin typeface="Noto Sans TC"/>
              </a:defRPr>
            </a:pPr>
            <a:r>
              <a:t>????????????????????????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850" b="0">
                <a:solidFill>
                  <a:srgbClr val="707070"/>
                </a:solidFill>
                <a:latin typeface="Noto Sans TC"/>
              </a:defRPr>
            </a:pPr>
            <a:r>
              <a:t>????? / Apple-style concept v1 /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2800" b="1">
                <a:solidFill>
                  <a:srgbClr val="141413"/>
                </a:solidFill>
                <a:latin typeface="Noto Sans TC"/>
              </a:defRPr>
            </a:pPr>
            <a:r>
              <a:t>????????????????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00200"/>
            <a:ext cx="2743200" cy="1143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54864" cy="114300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764792"/>
            <a:ext cx="24231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0D5C47"/>
                </a:solidFill>
                <a:latin typeface="Noto Sans TC"/>
              </a:defRPr>
            </a:pPr>
            <a:r>
              <a:t>????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130552"/>
            <a:ext cx="24231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3200" b="1">
                <a:solidFill>
                  <a:srgbClr val="141413"/>
                </a:solidFill>
                <a:latin typeface="JetBrains Mono"/>
              </a:defRPr>
            </a:pPr>
            <a: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715768"/>
            <a:ext cx="2423160" cy="-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150" b="0">
                <a:solidFill>
                  <a:srgbClr val="707070"/>
                </a:solidFill>
                <a:latin typeface="Noto Sans TC"/>
              </a:defRPr>
            </a:pPr>
            <a:r>
              <a:t>?? 8 / ?? 1 / ?? 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1600200"/>
            <a:ext cx="2743200" cy="1143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703320" y="1600200"/>
            <a:ext cx="54864" cy="1143000"/>
          </a:xfrm>
          <a:prstGeom prst="rect">
            <a:avLst/>
          </a:prstGeom>
          <a:solidFill>
            <a:srgbClr val="E87C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04487" y="1764792"/>
            <a:ext cx="24231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0D5C47"/>
                </a:solidFill>
                <a:latin typeface="Noto Sans TC"/>
              </a:defRPr>
            </a:pPr>
            <a:r>
              <a:t>????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04487" y="2130552"/>
            <a:ext cx="24231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3200" b="1">
                <a:solidFill>
                  <a:srgbClr val="141413"/>
                </a:solidFill>
                <a:latin typeface="JetBrains Mono"/>
              </a:defRPr>
            </a:pPr>
            <a:r>
              <a:t>77%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04487" y="2715768"/>
            <a:ext cx="2423160" cy="-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150" b="0">
                <a:solidFill>
                  <a:srgbClr val="707070"/>
                </a:solidFill>
                <a:latin typeface="Noto Sans TC"/>
              </a:defRPr>
            </a:pPr>
            <a:r>
              <a:t>?? filesystem?/ 77%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1600200"/>
            <a:ext cx="2148840" cy="1143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1600200"/>
            <a:ext cx="54864" cy="1143000"/>
          </a:xfrm>
          <a:prstGeom prst="rect">
            <a:avLst/>
          </a:prstGeom>
          <a:solidFill>
            <a:srgbClr val="E87C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76288" y="1764792"/>
            <a:ext cx="18288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0D5C47"/>
                </a:solidFill>
                <a:latin typeface="Noto Sans TC"/>
              </a:defRPr>
            </a:pPr>
            <a:r>
              <a:t>????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2130552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3200" b="1">
                <a:solidFill>
                  <a:srgbClr val="141413"/>
                </a:solidFill>
                <a:latin typeface="JetBrains Mono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2715768"/>
            <a:ext cx="1828800" cy="-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150" b="0">
                <a:solidFill>
                  <a:srgbClr val="707070"/>
                </a:solidFill>
                <a:latin typeface="Noto Sans TC"/>
              </a:defRPr>
            </a:pPr>
            <a:r>
              <a:t>???????????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1600200"/>
            <a:ext cx="2331720" cy="1143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52560" y="1600200"/>
            <a:ext cx="54864" cy="114300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53728" y="1764792"/>
            <a:ext cx="20116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0D5C47"/>
                </a:solidFill>
                <a:latin typeface="Noto Sans TC"/>
              </a:defRPr>
            </a:pPr>
            <a:r>
              <a:t>????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2130552"/>
            <a:ext cx="2011679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3200" b="1">
                <a:solidFill>
                  <a:srgbClr val="141413"/>
                </a:solidFill>
                <a:latin typeface="JetBrains Mono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8" y="2715768"/>
            <a:ext cx="2011679" cy="-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150" b="0">
                <a:solidFill>
                  <a:srgbClr val="707070"/>
                </a:solidFill>
                <a:latin typeface="Noto Sans TC"/>
              </a:defRPr>
            </a:pPr>
            <a:r>
              <a:t>??? 3 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3200400"/>
            <a:ext cx="3063240" cy="5303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8680" y="3200400"/>
            <a:ext cx="54864" cy="530352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848" y="3364992"/>
            <a:ext cx="2743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0D5C47"/>
                </a:solidFill>
                <a:latin typeface="Noto Sans TC"/>
              </a:defRPr>
            </a:pPr>
            <a:r>
              <a:t>??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3767328"/>
            <a:ext cx="2743200" cy="-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500" b="0">
                <a:solidFill>
                  <a:srgbClr val="141413"/>
                </a:solidFill>
                <a:latin typeface="Noto Sans TC"/>
              </a:defRPr>
            </a:pPr>
            <a:r>
              <a:t>OK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3200400"/>
            <a:ext cx="3063240" cy="5303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0" y="3200400"/>
            <a:ext cx="54864" cy="530352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73168" y="3364992"/>
            <a:ext cx="2743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0D5C47"/>
                </a:solidFill>
                <a:latin typeface="Noto Sans TC"/>
              </a:defRPr>
            </a:pPr>
            <a:r>
              <a:t>CPU / MEM / SWAP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73168" y="3767328"/>
            <a:ext cx="2743200" cy="-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500" b="0">
                <a:solidFill>
                  <a:srgbClr val="141413"/>
                </a:solidFill>
                <a:latin typeface="Noto Sans TC"/>
              </a:defRPr>
            </a:pPr>
            <a:r>
              <a:t>OK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19" y="3200400"/>
            <a:ext cx="3063240" cy="5303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75319" y="3200400"/>
            <a:ext cx="54864" cy="530352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76488" y="3364992"/>
            <a:ext cx="2743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0D5C47"/>
                </a:solidFill>
                <a:latin typeface="Noto Sans TC"/>
              </a:defRPr>
            </a:pPr>
            <a:r>
              <a:t>????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76488" y="3767328"/>
            <a:ext cx="2743200" cy="-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500" b="0">
                <a:solidFill>
                  <a:srgbClr val="141413"/>
                </a:solidFill>
                <a:latin typeface="Noto Sans TC"/>
              </a:defRPr>
            </a:pPr>
            <a:r>
              <a:t>OK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8680" y="3913632"/>
            <a:ext cx="3063240" cy="5303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68680" y="3913632"/>
            <a:ext cx="54864" cy="530352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9848" y="4078224"/>
            <a:ext cx="2743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0D5C47"/>
                </a:solidFill>
                <a:latin typeface="Noto Sans TC"/>
              </a:defRPr>
            </a:pPr>
            <a:r>
              <a:t>??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" y="4480560"/>
            <a:ext cx="2743200" cy="-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500" b="0">
                <a:solidFill>
                  <a:srgbClr val="141413"/>
                </a:solidFill>
                <a:latin typeface="Noto Sans TC"/>
              </a:defRPr>
            </a:pPr>
            <a:r>
              <a:t>OK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0" y="3913632"/>
            <a:ext cx="3063240" cy="5303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0" y="3913632"/>
            <a:ext cx="54864" cy="530352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73168" y="4078224"/>
            <a:ext cx="2743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0D5C47"/>
                </a:solidFill>
                <a:latin typeface="Noto Sans TC"/>
              </a:defRPr>
            </a:pPr>
            <a:r>
              <a:t>??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73168" y="4480560"/>
            <a:ext cx="2743200" cy="-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500" b="0">
                <a:solidFill>
                  <a:srgbClr val="141413"/>
                </a:solidFill>
                <a:latin typeface="Noto Sans TC"/>
              </a:defRPr>
            </a:pPr>
            <a:r>
              <a:t>OK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75319" y="3913632"/>
            <a:ext cx="3063240" cy="5303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75319" y="3913632"/>
            <a:ext cx="54864" cy="530352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76488" y="4078224"/>
            <a:ext cx="2743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0D5C47"/>
                </a:solidFill>
                <a:latin typeface="Noto Sans TC"/>
              </a:defRPr>
            </a:pPr>
            <a:r>
              <a:t>??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76488" y="4480560"/>
            <a:ext cx="2743200" cy="-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500" b="0">
                <a:solidFill>
                  <a:srgbClr val="141413"/>
                </a:solidFill>
                <a:latin typeface="Noto Sans TC"/>
              </a:defRPr>
            </a:pPr>
            <a:r>
              <a:t>OK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8680" y="4626864"/>
            <a:ext cx="3063240" cy="5303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8680" y="4626864"/>
            <a:ext cx="54864" cy="530352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69848" y="4791456"/>
            <a:ext cx="2743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0D5C47"/>
                </a:solidFill>
                <a:latin typeface="Noto Sans TC"/>
              </a:defRPr>
            </a:pPr>
            <a:r>
              <a:t>????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9848" y="5193792"/>
            <a:ext cx="2743200" cy="-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500" b="0">
                <a:solidFill>
                  <a:srgbClr val="141413"/>
                </a:solidFill>
                <a:latin typeface="Noto Sans TC"/>
              </a:defRPr>
            </a:pPr>
            <a:r>
              <a:t>OK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0" y="4626864"/>
            <a:ext cx="3063240" cy="5303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72000" y="4626864"/>
            <a:ext cx="54864" cy="530352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73168" y="4791456"/>
            <a:ext cx="2743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0D5C47"/>
                </a:solidFill>
                <a:latin typeface="Noto Sans TC"/>
              </a:defRPr>
            </a:pPr>
            <a:r>
              <a:t>??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73168" y="5193792"/>
            <a:ext cx="2743200" cy="-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500" b="0">
                <a:solidFill>
                  <a:srgbClr val="141413"/>
                </a:solidFill>
                <a:latin typeface="Noto Sans TC"/>
              </a:defRPr>
            </a:pPr>
            <a:r>
              <a:t>OK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75319" y="4626864"/>
            <a:ext cx="3063240" cy="5303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275319" y="4626864"/>
            <a:ext cx="54864" cy="530352"/>
          </a:xfrm>
          <a:prstGeom prst="rect">
            <a:avLst/>
          </a:prstGeom>
          <a:solidFill>
            <a:srgbClr val="E87C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76488" y="4791456"/>
            <a:ext cx="2743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0D5C47"/>
                </a:solidFill>
                <a:latin typeface="Noto Sans TC"/>
              </a:defRPr>
            </a:pPr>
            <a:r>
              <a:t>????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76488" y="5193792"/>
            <a:ext cx="2743200" cy="-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500" b="0">
                <a:solidFill>
                  <a:srgbClr val="141413"/>
                </a:solidFill>
                <a:latin typeface="Noto Sans TC"/>
              </a:defRPr>
            </a:pPr>
            <a:r>
              <a:t>WARN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850" b="0">
                <a:solidFill>
                  <a:srgbClr val="707070"/>
                </a:solidFill>
                <a:latin typeface="Noto Sans TC"/>
              </a:defRPr>
            </a:pPr>
            <a:r>
              <a:t>????? / Apple-style concept v1 /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2800" b="1">
                <a:solidFill>
                  <a:srgbClr val="141413"/>
                </a:solidFill>
                <a:latin typeface="Noto Sans TC"/>
              </a:defRPr>
            </a:pPr>
            <a:r>
              <a:t>??????????????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51560"/>
            <a:ext cx="98755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250" b="0">
                <a:solidFill>
                  <a:srgbClr val="707070"/>
                </a:solidFill>
                <a:latin typeface="Noto Sans TC"/>
              </a:defRPr>
            </a:pPr>
            <a:r>
              <a:t>?????????????????????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20240"/>
            <a:ext cx="233172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920240"/>
            <a:ext cx="54864" cy="141732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084832"/>
            <a:ext cx="20116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0D5C47"/>
                </a:solidFill>
                <a:latin typeface="Noto Sans TC"/>
              </a:defRPr>
            </a:pPr>
            <a:r>
              <a:t>????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487168"/>
            <a:ext cx="20116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500" b="0">
                <a:solidFill>
                  <a:srgbClr val="141413"/>
                </a:solidFill>
                <a:latin typeface="Noto Sans TC"/>
              </a:defRPr>
            </a:pPr>
            <a:r>
              <a:t>CMDB / Excel / CSV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82112" y="2606040"/>
            <a:ext cx="384048" cy="0"/>
          </a:xfrm>
          <a:prstGeom prst="line">
            <a:avLst/>
          </a:prstGeom>
          <a:ln w="2540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566160" y="1920240"/>
            <a:ext cx="233172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1920240"/>
            <a:ext cx="54864" cy="141732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67328" y="2084832"/>
            <a:ext cx="20116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0D5C47"/>
                </a:solidFill>
                <a:latin typeface="Noto Sans TC"/>
              </a:defRPr>
            </a:pPr>
            <a:r>
              <a:t>????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7328" y="2487168"/>
            <a:ext cx="20116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500" b="0">
                <a:solidFill>
                  <a:srgbClr val="141413"/>
                </a:solidFill>
                <a:latin typeface="Noto Sans TC"/>
              </a:defRPr>
            </a:pPr>
            <a:r>
              <a:t>IPAM / nmap ???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25312" y="2606040"/>
            <a:ext cx="384048" cy="0"/>
          </a:xfrm>
          <a:prstGeom prst="line">
            <a:avLst/>
          </a:prstGeom>
          <a:ln w="2540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309360" y="1920240"/>
            <a:ext cx="233172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920240"/>
            <a:ext cx="54864" cy="141732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2084832"/>
            <a:ext cx="20116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0D5C47"/>
                </a:solidFill>
                <a:latin typeface="Noto Sans TC"/>
              </a:defRPr>
            </a:pPr>
            <a:r>
              <a:t>????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2487168"/>
            <a:ext cx="20116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500" b="0">
                <a:solidFill>
                  <a:srgbClr val="141413"/>
                </a:solidFill>
                <a:latin typeface="Noto Sans TC"/>
              </a:defRPr>
            </a:pPr>
            <a:r>
              <a:t>SSH / WinRM / AIX SSH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68512" y="2606040"/>
            <a:ext cx="384048" cy="0"/>
          </a:xfrm>
          <a:prstGeom prst="line">
            <a:avLst/>
          </a:prstGeom>
          <a:ln w="2540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052560" y="1920240"/>
            <a:ext cx="233172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2560" y="1920240"/>
            <a:ext cx="54864" cy="141732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53728" y="2084832"/>
            <a:ext cx="20116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0D5C47"/>
                </a:solidFill>
                <a:latin typeface="Noto Sans TC"/>
              </a:defRPr>
            </a:pPr>
            <a:r>
              <a:t>????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8" y="2487168"/>
            <a:ext cx="20116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500" b="0">
                <a:solidFill>
                  <a:srgbClr val="141413"/>
                </a:solidFill>
                <a:latin typeface="Noto Sans TC"/>
              </a:defRPr>
            </a:pPr>
            <a:r>
              <a:t>????? / ?? / PAM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572000"/>
            <a:ext cx="102412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2800" b="1">
                <a:solidFill>
                  <a:srgbClr val="141413"/>
                </a:solidFill>
                <a:latin typeface="Noto Sans TC"/>
              </a:defRPr>
            </a:pPr>
            <a:r>
              <a:t>? IP ?????????????????????????? Excel ??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850" b="0">
                <a:solidFill>
                  <a:srgbClr val="707070"/>
                </a:solidFill>
                <a:latin typeface="Noto Sans TC"/>
              </a:defRPr>
            </a:pPr>
            <a:r>
              <a:t>????? / Apple-style concept v1 /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2800" b="1">
                <a:solidFill>
                  <a:srgbClr val="141413"/>
                </a:solidFill>
                <a:latin typeface="Noto Sans TC"/>
              </a:defRPr>
            </a:pPr>
            <a:r>
              <a:t>??????????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51560"/>
            <a:ext cx="98755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250" b="0">
                <a:solidFill>
                  <a:srgbClr val="707070"/>
                </a:solidFill>
                <a:latin typeface="Noto Sans TC"/>
              </a:defRPr>
            </a:pPr>
            <a:r>
              <a:t>??????????????????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3246120" cy="3611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54864" cy="361188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764792"/>
            <a:ext cx="29260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0D5C47"/>
                </a:solidFill>
                <a:latin typeface="Noto Sans TC"/>
              </a:defRPr>
            </a:pPr>
            <a:r>
              <a:t>HOST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167128"/>
            <a:ext cx="2926079" cy="2880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500" b="0">
                <a:solidFill>
                  <a:srgbClr val="141413"/>
                </a:solidFill>
                <a:latin typeface="Noto Sans TC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21945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600" b="1">
                <a:solidFill>
                  <a:srgbClr val="141413"/>
                </a:solidFill>
                <a:latin typeface="Noto Sans TC"/>
              </a:defRPr>
            </a:pPr>
            <a:r>
              <a:t>??????</a:t>
            </a:r>
          </a:p>
        </p:txBody>
      </p:sp>
      <p:sp>
        <p:nvSpPr>
          <p:cNvPr id="9" name="Oval 8"/>
          <p:cNvSpPr/>
          <p:nvPr/>
        </p:nvSpPr>
        <p:spPr>
          <a:xfrm>
            <a:off x="960120" y="2514600"/>
            <a:ext cx="1051560" cy="10515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5000"/>
              </a:lnSpc>
              <a:defRPr sz="1800" b="1">
                <a:solidFill>
                  <a:srgbClr val="141413"/>
                </a:solidFill>
                <a:latin typeface="Noto Sans TC"/>
              </a:defRPr>
            </a:pPr>
            <a:r>
              <a:t>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2606040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600" b="1">
                <a:solidFill>
                  <a:srgbClr val="0D5C47"/>
                </a:solidFill>
                <a:latin typeface="Noto Sans TC"/>
              </a:defRPr>
            </a:pPr>
            <a:r>
              <a:t>??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794760"/>
            <a:ext cx="27432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300" b="0">
                <a:solidFill>
                  <a:srgbClr val="141413"/>
                </a:solidFill>
                <a:latin typeface="Noto Sans TC"/>
              </a:defRPr>
            </a:pPr>
            <a:r>
              <a:t>CPU 9%</a:t>
            </a:r>
            <a:br/>
            <a:r>
              <a:t>Memory 74%</a:t>
            </a:r>
            <a:br/>
            <a:r>
              <a:t>Filesystem / 77%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4892040"/>
            <a:ext cx="1234440" cy="347472"/>
          </a:xfrm>
          <a:prstGeom prst="roundRect">
            <a:avLst/>
          </a:prstGeom>
          <a:solidFill>
            <a:srgbClr val="26A889"/>
          </a:solidFill>
          <a:ln w="1778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lnSpc>
                <a:spcPct val="105000"/>
              </a:lnSpc>
              <a:defRPr sz="1100" b="1">
                <a:solidFill>
                  <a:srgbClr val="FFFFFF"/>
                </a:solidFill>
                <a:latin typeface="Noto Sans TC"/>
              </a:defRPr>
            </a:pPr>
            <a:r>
              <a:t>?? L3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600200"/>
            <a:ext cx="3246120" cy="3611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600200"/>
            <a:ext cx="54864" cy="3611880"/>
          </a:xfrm>
          <a:prstGeom prst="rect">
            <a:avLst/>
          </a:prstGeom>
          <a:solidFill>
            <a:srgbClr val="E87C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1764792"/>
            <a:ext cx="29260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0D5C47"/>
                </a:solidFill>
                <a:latin typeface="Noto Sans TC"/>
              </a:defRPr>
            </a:pPr>
            <a:r>
              <a:t>HOST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167128"/>
            <a:ext cx="2926079" cy="2880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500" b="0">
                <a:solidFill>
                  <a:srgbClr val="141413"/>
                </a:solidFill>
                <a:latin typeface="Noto Sans TC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4754880" y="1965960"/>
            <a:ext cx="21945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600" b="1">
                <a:solidFill>
                  <a:srgbClr val="141413"/>
                </a:solidFill>
                <a:latin typeface="Noto Sans TC"/>
              </a:defRPr>
            </a:pPr>
            <a:r>
              <a:t>?????-Rocky</a:t>
            </a:r>
          </a:p>
        </p:txBody>
      </p:sp>
      <p:sp>
        <p:nvSpPr>
          <p:cNvPr id="18" name="Oval 17"/>
          <p:cNvSpPr/>
          <p:nvPr/>
        </p:nvSpPr>
        <p:spPr>
          <a:xfrm>
            <a:off x="4754880" y="2514600"/>
            <a:ext cx="1051560" cy="10515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7C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5000"/>
              </a:lnSpc>
              <a:defRPr sz="1800" b="1">
                <a:solidFill>
                  <a:srgbClr val="141413"/>
                </a:solidFill>
                <a:latin typeface="Noto Sans TC"/>
              </a:defRPr>
            </a:pPr>
            <a:r>
              <a:t>86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606040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600" b="1">
                <a:solidFill>
                  <a:srgbClr val="E87C07"/>
                </a:solidFill>
                <a:latin typeface="Noto Sans TC"/>
              </a:defRPr>
            </a:pPr>
            <a:r>
              <a:t>??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794760"/>
            <a:ext cx="27432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300" b="0">
                <a:solidFill>
                  <a:srgbClr val="141413"/>
                </a:solidFill>
                <a:latin typeface="Noto Sans TC"/>
              </a:defRPr>
            </a:pPr>
            <a:r>
              <a:t>CPU 9%</a:t>
            </a:r>
            <a:br/>
            <a:r>
              <a:t>Memory 74%</a:t>
            </a:r>
            <a:br/>
            <a:r>
              <a:t>Filesystem / 77%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4892040"/>
            <a:ext cx="1234440" cy="347472"/>
          </a:xfrm>
          <a:prstGeom prst="roundRect">
            <a:avLst/>
          </a:prstGeom>
          <a:solidFill>
            <a:srgbClr val="26A889"/>
          </a:solidFill>
          <a:ln w="1778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lnSpc>
                <a:spcPct val="105000"/>
              </a:lnSpc>
              <a:defRPr sz="1100" b="1">
                <a:solidFill>
                  <a:srgbClr val="FFFFFF"/>
                </a:solidFill>
                <a:latin typeface="Noto Sans TC"/>
              </a:defRPr>
            </a:pPr>
            <a:r>
              <a:t>?? L3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1600200"/>
            <a:ext cx="3246120" cy="3611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21040" y="1600200"/>
            <a:ext cx="54864" cy="3611880"/>
          </a:xfrm>
          <a:prstGeom prst="rect">
            <a:avLst/>
          </a:prstGeom>
          <a:solidFill>
            <a:srgbClr val="E87C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22208" y="1764792"/>
            <a:ext cx="29260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0D5C47"/>
                </a:solidFill>
                <a:latin typeface="Noto Sans TC"/>
              </a:defRPr>
            </a:pPr>
            <a:r>
              <a:t>HOST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2208" y="2167128"/>
            <a:ext cx="2926079" cy="2880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500" b="0">
                <a:solidFill>
                  <a:srgbClr val="141413"/>
                </a:solidFill>
                <a:latin typeface="Noto Sans TC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8549640" y="1965960"/>
            <a:ext cx="21945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600" b="1">
                <a:solidFill>
                  <a:srgbClr val="141413"/>
                </a:solidFill>
                <a:latin typeface="Noto Sans TC"/>
              </a:defRPr>
            </a:pPr>
            <a:r>
              <a:t>?????-Debian</a:t>
            </a:r>
          </a:p>
        </p:txBody>
      </p:sp>
      <p:sp>
        <p:nvSpPr>
          <p:cNvPr id="27" name="Oval 26"/>
          <p:cNvSpPr/>
          <p:nvPr/>
        </p:nvSpPr>
        <p:spPr>
          <a:xfrm>
            <a:off x="8549640" y="2514600"/>
            <a:ext cx="1051560" cy="10515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7C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5000"/>
              </a:lnSpc>
              <a:defRPr sz="1800" b="1">
                <a:solidFill>
                  <a:srgbClr val="141413"/>
                </a:solidFill>
                <a:latin typeface="Noto Sans TC"/>
              </a:defRPr>
            </a:pPr>
            <a:r>
              <a:t>92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2606040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600" b="1">
                <a:solidFill>
                  <a:srgbClr val="E87C07"/>
                </a:solidFill>
                <a:latin typeface="Noto Sans TC"/>
              </a:defRPr>
            </a:pPr>
            <a:r>
              <a:t>??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3794760"/>
            <a:ext cx="27432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300" b="0">
                <a:solidFill>
                  <a:srgbClr val="141413"/>
                </a:solidFill>
                <a:latin typeface="Noto Sans TC"/>
              </a:defRPr>
            </a:pPr>
            <a:r>
              <a:t>CPU 9%</a:t>
            </a:r>
            <a:br/>
            <a:r>
              <a:t>Memory 74%</a:t>
            </a:r>
            <a:br/>
            <a:r>
              <a:t>Filesystem / 77%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49640" y="4892040"/>
            <a:ext cx="1234440" cy="347472"/>
          </a:xfrm>
          <a:prstGeom prst="roundRect">
            <a:avLst/>
          </a:prstGeom>
          <a:solidFill>
            <a:srgbClr val="26A889"/>
          </a:solidFill>
          <a:ln w="1778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lnSpc>
                <a:spcPct val="105000"/>
              </a:lnSpc>
              <a:defRPr sz="1100" b="1">
                <a:solidFill>
                  <a:srgbClr val="FFFFFF"/>
                </a:solidFill>
                <a:latin typeface="Noto Sans TC"/>
              </a:defRPr>
            </a:pPr>
            <a:r>
              <a:t>?? L3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850" b="0">
                <a:solidFill>
                  <a:srgbClr val="707070"/>
                </a:solidFill>
                <a:latin typeface="Noto Sans TC"/>
              </a:defRPr>
            </a:pPr>
            <a:r>
              <a:t>????? / Apple-style concept v1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2800" b="1">
                <a:solidFill>
                  <a:srgbClr val="141413"/>
                </a:solidFill>
                <a:latin typeface="Noto Sans TC"/>
              </a:defRPr>
            </a:pPr>
            <a:r>
              <a:t>??????????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51560"/>
            <a:ext cx="98755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250" b="0">
                <a:solidFill>
                  <a:srgbClr val="707070"/>
                </a:solidFill>
                <a:latin typeface="Noto Sans TC"/>
              </a:defRPr>
            </a:pPr>
            <a:r>
              <a:t>PASS ??????WARN ???????????????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2971800" cy="3429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54864" cy="3429000"/>
          </a:xfrm>
          <a:prstGeom prst="rect">
            <a:avLst/>
          </a:prstGeom>
          <a:solidFill>
            <a:srgbClr val="E87C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810512"/>
            <a:ext cx="26517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0D5C47"/>
                </a:solidFill>
                <a:latin typeface="Noto Sans TC"/>
              </a:defRPr>
            </a:pPr>
            <a:r>
              <a:t>???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212848"/>
            <a:ext cx="2651760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500" b="0">
                <a:solidFill>
                  <a:srgbClr val="141413"/>
                </a:solidFill>
                <a:latin typeface="Noto Sans TC"/>
              </a:defRPr>
            </a:pPr>
            <a:r>
              <a:t>?? dropped counter ????????????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645920"/>
            <a:ext cx="2971800" cy="3429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69080" y="1645920"/>
            <a:ext cx="54864" cy="342900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70248" y="1810512"/>
            <a:ext cx="26517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0D5C47"/>
                </a:solidFill>
                <a:latin typeface="Noto Sans TC"/>
              </a:defRPr>
            </a:pPr>
            <a:r>
              <a:t>??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0248" y="2212848"/>
            <a:ext cx="2651760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500" b="0">
                <a:solidFill>
                  <a:srgbClr val="141413"/>
                </a:solidFill>
                <a:latin typeface="Noto Sans TC"/>
              </a:defRPr>
            </a:pPr>
            <a:r>
              <a:t>NET-02?dropped=17</a:t>
            </a:r>
            <a:br/>
            <a:r>
              <a:t>Filesystem?/ 77%</a:t>
            </a:r>
            <a:br/>
            <a:r>
              <a:t>Service?? failed service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645920"/>
            <a:ext cx="3749039" cy="3429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0" y="1645920"/>
            <a:ext cx="54864" cy="342900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16368" y="1810512"/>
            <a:ext cx="342899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0D5C47"/>
                </a:solidFill>
                <a:latin typeface="Noto Sans TC"/>
              </a:defRPr>
            </a:pPr>
            <a:r>
              <a:t>????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16368" y="2212848"/>
            <a:ext cx="3428999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500" b="0">
                <a:solidFill>
                  <a:srgbClr val="141413"/>
                </a:solidFill>
                <a:latin typeface="Noto Sans TC"/>
              </a:defRPr>
            </a:pPr>
            <a:r>
              <a:t>1. ????????</a:t>
            </a:r>
            <a:br/>
            <a:r>
              <a:t>2. ??????? VM / ???????</a:t>
            </a:r>
            <a:br/>
            <a:r>
              <a:t>3. ?????????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850" b="0">
                <a:solidFill>
                  <a:srgbClr val="707070"/>
                </a:solidFill>
                <a:latin typeface="Noto Sans TC"/>
              </a:defRPr>
            </a:pPr>
            <a:r>
              <a:t>????? / Apple-style concept v1 /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2800" b="1">
                <a:solidFill>
                  <a:srgbClr val="141413"/>
                </a:solidFill>
                <a:latin typeface="Noto Sans TC"/>
              </a:defRPr>
            </a:pPr>
            <a:r>
              <a:t>????????????????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45920"/>
            <a:ext cx="1920240" cy="1143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4864" cy="114300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81051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0D5C47"/>
                </a:solidFill>
                <a:latin typeface="Noto Sans TC"/>
              </a:defRPr>
            </a:pPr>
            <a:r>
              <a:t>????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176272"/>
            <a:ext cx="16002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3200" b="1">
                <a:solidFill>
                  <a:srgbClr val="141413"/>
                </a:solidFill>
                <a:latin typeface="JetBrains Mono"/>
              </a:defRPr>
            </a:pPr>
            <a:r>
              <a:t>93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761488"/>
            <a:ext cx="1600200" cy="-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150" b="0">
                <a:solidFill>
                  <a:srgbClr val="707070"/>
                </a:solidFill>
                <a:latin typeface="Noto Sans TC"/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2926080" y="1645920"/>
            <a:ext cx="1920240" cy="1143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26080" y="1645920"/>
            <a:ext cx="54864" cy="114300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27248" y="181051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0D5C47"/>
                </a:solidFill>
                <a:latin typeface="Noto Sans TC"/>
              </a:defRPr>
            </a:pPr>
            <a:r>
              <a:t>???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7248" y="2176272"/>
            <a:ext cx="16002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3200" b="1">
                <a:solidFill>
                  <a:srgbClr val="141413"/>
                </a:solidFill>
                <a:latin typeface="JetBrains Mono"/>
              </a:defRPr>
            </a:pPr>
            <a: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7248" y="2761488"/>
            <a:ext cx="1600200" cy="-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150" b="0">
                <a:solidFill>
                  <a:srgbClr val="707070"/>
                </a:solidFill>
                <a:latin typeface="Noto Sans TC"/>
              </a:defRPr>
            </a:pPr>
          </a:p>
        </p:txBody>
      </p:sp>
      <p:sp>
        <p:nvSpPr>
          <p:cNvPr id="13" name="Rounded Rectangle 12"/>
          <p:cNvSpPr/>
          <p:nvPr/>
        </p:nvSpPr>
        <p:spPr>
          <a:xfrm>
            <a:off x="5166360" y="1645920"/>
            <a:ext cx="1920240" cy="1143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66360" y="1645920"/>
            <a:ext cx="54864" cy="114300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67528" y="181051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0D5C47"/>
                </a:solidFill>
                <a:latin typeface="Noto Sans TC"/>
              </a:defRPr>
            </a:pPr>
            <a:r>
              <a:t>PAM ??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7528" y="2176272"/>
            <a:ext cx="16002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3200" b="1">
                <a:solidFill>
                  <a:srgbClr val="141413"/>
                </a:solidFill>
                <a:latin typeface="JetBrains Mono"/>
              </a:defRPr>
            </a:pPr>
            <a: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7528" y="2761488"/>
            <a:ext cx="1600200" cy="-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150" b="0">
                <a:solidFill>
                  <a:srgbClr val="707070"/>
                </a:solidFill>
                <a:latin typeface="Noto Sans TC"/>
              </a:defRPr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7406640" y="1645920"/>
            <a:ext cx="1920240" cy="1143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6640" y="1645920"/>
            <a:ext cx="54864" cy="1143000"/>
          </a:xfrm>
          <a:prstGeom prst="rect">
            <a:avLst/>
          </a:prstGeom>
          <a:solidFill>
            <a:srgbClr val="E87C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07808" y="181051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0D5C47"/>
                </a:solidFill>
                <a:latin typeface="Noto Sans TC"/>
              </a:defRPr>
            </a:pPr>
            <a:r>
              <a:t>???????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7808" y="2176272"/>
            <a:ext cx="16002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3200" b="1">
                <a:solidFill>
                  <a:srgbClr val="141413"/>
                </a:solidFill>
                <a:latin typeface="JetBrains Mono"/>
              </a:defRPr>
            </a:pPr>
            <a: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7808" y="2761488"/>
            <a:ext cx="1600200" cy="-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150" b="0">
                <a:solidFill>
                  <a:srgbClr val="707070"/>
                </a:solidFill>
                <a:latin typeface="Noto Sans TC"/>
              </a:defRPr>
            </a:pPr>
          </a:p>
        </p:txBody>
      </p:sp>
      <p:sp>
        <p:nvSpPr>
          <p:cNvPr id="23" name="Rounded Rectangle 22"/>
          <p:cNvSpPr/>
          <p:nvPr/>
        </p:nvSpPr>
        <p:spPr>
          <a:xfrm>
            <a:off x="9646920" y="1645920"/>
            <a:ext cx="1920240" cy="1143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46920" y="1645920"/>
            <a:ext cx="54864" cy="114300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48088" y="181051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0D5C47"/>
                </a:solidFill>
                <a:latin typeface="Noto Sans TC"/>
              </a:defRPr>
            </a:pPr>
            <a:r>
              <a:t>????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48088" y="2176272"/>
            <a:ext cx="16002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3200" b="1">
                <a:solidFill>
                  <a:srgbClr val="141413"/>
                </a:solidFill>
                <a:latin typeface="JetBrains Mono"/>
              </a:defRPr>
            </a:pPr>
            <a: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48088" y="2761488"/>
            <a:ext cx="1600200" cy="-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150" b="0">
                <a:solidFill>
                  <a:srgbClr val="707070"/>
                </a:solidFill>
                <a:latin typeface="Noto Sans TC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914400" y="3749039"/>
            <a:ext cx="102412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2700" b="1">
                <a:solidFill>
                  <a:srgbClr val="141413"/>
                </a:solidFill>
                <a:latin typeface="Noto Sans TC"/>
              </a:defRPr>
            </a:pPr>
            <a:r>
              <a:t>?????????????????????????????????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91840" y="4892040"/>
            <a:ext cx="1828800" cy="438912"/>
          </a:xfrm>
          <a:prstGeom prst="roundRect">
            <a:avLst/>
          </a:prstGeom>
          <a:solidFill>
            <a:srgbClr val="EBF7E8"/>
          </a:solidFill>
          <a:ln w="1778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lnSpc>
                <a:spcPct val="105000"/>
              </a:lnSpc>
              <a:defRPr sz="1400" b="1">
                <a:solidFill>
                  <a:srgbClr val="0D5C47"/>
                </a:solidFill>
                <a:latin typeface="Noto Sans TC"/>
              </a:defRPr>
            </a:pPr>
            <a:r>
              <a:t>????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0" y="4892040"/>
            <a:ext cx="1828800" cy="438912"/>
          </a:xfrm>
          <a:prstGeom prst="roundRect">
            <a:avLst/>
          </a:prstGeom>
          <a:solidFill>
            <a:srgbClr val="EBF7E8"/>
          </a:solidFill>
          <a:ln w="1778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lnSpc>
                <a:spcPct val="105000"/>
              </a:lnSpc>
              <a:defRPr sz="1400" b="1">
                <a:solidFill>
                  <a:srgbClr val="0D5C47"/>
                </a:solidFill>
                <a:latin typeface="Noto Sans TC"/>
              </a:defRPr>
            </a:pPr>
            <a:r>
              <a:t>PAM ??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0" y="4892040"/>
            <a:ext cx="1828800" cy="438912"/>
          </a:xfrm>
          <a:prstGeom prst="roundRect">
            <a:avLst/>
          </a:prstGeom>
          <a:solidFill>
            <a:srgbClr val="EBF7E8"/>
          </a:solidFill>
          <a:ln w="1778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lnSpc>
                <a:spcPct val="105000"/>
              </a:lnSpc>
              <a:defRPr sz="1400" b="1">
                <a:solidFill>
                  <a:srgbClr val="0D5C47"/>
                </a:solidFill>
                <a:latin typeface="Noto Sans TC"/>
              </a:defRPr>
            </a:pPr>
            <a:r>
              <a:t>?????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850" b="0">
                <a:solidFill>
                  <a:srgbClr val="707070"/>
                </a:solidFill>
                <a:latin typeface="Noto Sans TC"/>
              </a:defRPr>
            </a:pPr>
            <a:r>
              <a:t>????? / Apple-style concept v1 /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2800" b="1">
                <a:solidFill>
                  <a:srgbClr val="141413"/>
                </a:solidFill>
                <a:latin typeface="Noto Sans TC"/>
              </a:defRPr>
            </a:pPr>
            <a:r>
              <a:t>??????????????? raw data?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2377440" cy="1143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54864" cy="114300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719072"/>
            <a:ext cx="2057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0D5C47"/>
                </a:solidFill>
                <a:latin typeface="Noto Sans TC"/>
              </a:defRPr>
            </a:pPr>
            <a:r>
              <a:t>????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84831"/>
            <a:ext cx="2057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3200" b="1">
                <a:solidFill>
                  <a:srgbClr val="141413"/>
                </a:solidFill>
                <a:latin typeface="JetBrains Mono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670048"/>
            <a:ext cx="2057400" cy="-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150" b="0">
                <a:solidFill>
                  <a:srgbClr val="707070"/>
                </a:solidFill>
                <a:latin typeface="Noto Sans TC"/>
              </a:defRPr>
            </a:pPr>
            <a:r>
              <a:t>??? NMON ??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554480"/>
            <a:ext cx="2377440" cy="1143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1554480"/>
            <a:ext cx="54864" cy="114300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719072"/>
            <a:ext cx="2057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0D5C47"/>
                </a:solidFill>
                <a:latin typeface="Noto Sans TC"/>
              </a:defRPr>
            </a:pPr>
            <a:r>
              <a:t>????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2084831"/>
            <a:ext cx="2057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3200" b="1">
                <a:solidFill>
                  <a:srgbClr val="141413"/>
                </a:solidFill>
                <a:latin typeface="JetBrains Mono"/>
              </a:defRPr>
            </a:pPr>
            <a:r>
              <a:t>96%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2670048"/>
            <a:ext cx="2057400" cy="-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150" b="0">
                <a:solidFill>
                  <a:srgbClr val="707070"/>
                </a:solidFill>
                <a:latin typeface="Noto Sans TC"/>
              </a:defRPr>
            </a:pPr>
            <a:r>
              <a:t>?????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554480"/>
            <a:ext cx="2377440" cy="1143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0" y="1554480"/>
            <a:ext cx="54864" cy="1143000"/>
          </a:xfrm>
          <a:prstGeom prst="rect">
            <a:avLst/>
          </a:prstGeom>
          <a:solidFill>
            <a:srgbClr val="E87C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4768" y="1719072"/>
            <a:ext cx="2057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0D5C47"/>
                </a:solidFill>
                <a:latin typeface="Noto Sans TC"/>
              </a:defRPr>
            </a:pPr>
            <a:r>
              <a:t>????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2084831"/>
            <a:ext cx="2057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3200" b="1">
                <a:solidFill>
                  <a:srgbClr val="141413"/>
                </a:solidFill>
                <a:latin typeface="JetBrains Mono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4768" y="2670048"/>
            <a:ext cx="2057400" cy="-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150" b="0">
                <a:solidFill>
                  <a:srgbClr val="707070"/>
                </a:solidFill>
                <a:latin typeface="Noto Sans TC"/>
              </a:defRPr>
            </a:pPr>
            <a:r>
              <a:t>?????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5166360"/>
            <a:ext cx="9875520" cy="0"/>
          </a:xfrm>
          <a:prstGeom prst="line">
            <a:avLst/>
          </a:prstGeom>
          <a:ln w="1270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14400" y="3246120"/>
            <a:ext cx="0" cy="1920240"/>
          </a:xfrm>
          <a:prstGeom prst="line">
            <a:avLst/>
          </a:prstGeom>
          <a:ln w="1270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188720" y="4526279"/>
            <a:ext cx="1645920" cy="182881"/>
          </a:xfrm>
          <a:prstGeom prst="line">
            <a:avLst/>
          </a:prstGeom>
          <a:ln w="3810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834640" y="4343400"/>
            <a:ext cx="1554480" cy="182879"/>
          </a:xfrm>
          <a:prstGeom prst="line">
            <a:avLst/>
          </a:prstGeom>
          <a:ln w="3810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4389120" y="4206240"/>
            <a:ext cx="1645920" cy="137160"/>
          </a:xfrm>
          <a:prstGeom prst="line">
            <a:avLst/>
          </a:prstGeom>
          <a:ln w="3810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035040" y="3995928"/>
            <a:ext cx="1737360" cy="210312"/>
          </a:xfrm>
          <a:prstGeom prst="line">
            <a:avLst/>
          </a:prstGeom>
          <a:ln w="3810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772400" y="3904487"/>
            <a:ext cx="2286000" cy="91441"/>
          </a:xfrm>
          <a:prstGeom prst="line">
            <a:avLst/>
          </a:prstGeom>
          <a:ln w="3810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133856" y="4654296"/>
            <a:ext cx="109728" cy="109728"/>
          </a:xfrm>
          <a:prstGeom prst="ellipse">
            <a:avLst/>
          </a:prstGeom>
          <a:solidFill>
            <a:srgbClr val="26A889"/>
          </a:solidFill>
          <a:ln w="2540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5000"/>
              </a:lnSpc>
              <a:defRPr sz="100" b="1">
                <a:solidFill>
                  <a:srgbClr val="FFFFFF"/>
                </a:solidFill>
                <a:latin typeface="Noto Sans TC"/>
              </a:defRPr>
            </a:pPr>
          </a:p>
        </p:txBody>
      </p:sp>
      <p:sp>
        <p:nvSpPr>
          <p:cNvPr id="26" name="Oval 25"/>
          <p:cNvSpPr/>
          <p:nvPr/>
        </p:nvSpPr>
        <p:spPr>
          <a:xfrm>
            <a:off x="2779776" y="4471416"/>
            <a:ext cx="109728" cy="109728"/>
          </a:xfrm>
          <a:prstGeom prst="ellipse">
            <a:avLst/>
          </a:prstGeom>
          <a:solidFill>
            <a:srgbClr val="26A889"/>
          </a:solidFill>
          <a:ln w="2540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5000"/>
              </a:lnSpc>
              <a:defRPr sz="100" b="1">
                <a:solidFill>
                  <a:srgbClr val="FFFFFF"/>
                </a:solidFill>
                <a:latin typeface="Noto Sans TC"/>
              </a:defRPr>
            </a:pPr>
          </a:p>
        </p:txBody>
      </p:sp>
      <p:sp>
        <p:nvSpPr>
          <p:cNvPr id="27" name="Oval 26"/>
          <p:cNvSpPr/>
          <p:nvPr/>
        </p:nvSpPr>
        <p:spPr>
          <a:xfrm>
            <a:off x="4334256" y="4288536"/>
            <a:ext cx="109728" cy="109728"/>
          </a:xfrm>
          <a:prstGeom prst="ellipse">
            <a:avLst/>
          </a:prstGeom>
          <a:solidFill>
            <a:srgbClr val="26A889"/>
          </a:solidFill>
          <a:ln w="2540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5000"/>
              </a:lnSpc>
              <a:defRPr sz="100" b="1">
                <a:solidFill>
                  <a:srgbClr val="FFFFFF"/>
                </a:solidFill>
                <a:latin typeface="Noto Sans TC"/>
              </a:defRPr>
            </a:pPr>
          </a:p>
        </p:txBody>
      </p:sp>
      <p:sp>
        <p:nvSpPr>
          <p:cNvPr id="28" name="Oval 27"/>
          <p:cNvSpPr/>
          <p:nvPr/>
        </p:nvSpPr>
        <p:spPr>
          <a:xfrm>
            <a:off x="5980176" y="4151376"/>
            <a:ext cx="109728" cy="109728"/>
          </a:xfrm>
          <a:prstGeom prst="ellipse">
            <a:avLst/>
          </a:prstGeom>
          <a:solidFill>
            <a:srgbClr val="26A889"/>
          </a:solidFill>
          <a:ln w="2540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5000"/>
              </a:lnSpc>
              <a:defRPr sz="100" b="1">
                <a:solidFill>
                  <a:srgbClr val="FFFFFF"/>
                </a:solidFill>
                <a:latin typeface="Noto Sans TC"/>
              </a:defRPr>
            </a:pPr>
          </a:p>
        </p:txBody>
      </p:sp>
      <p:sp>
        <p:nvSpPr>
          <p:cNvPr id="29" name="Oval 28"/>
          <p:cNvSpPr/>
          <p:nvPr/>
        </p:nvSpPr>
        <p:spPr>
          <a:xfrm>
            <a:off x="7717536" y="3941064"/>
            <a:ext cx="109728" cy="109728"/>
          </a:xfrm>
          <a:prstGeom prst="ellipse">
            <a:avLst/>
          </a:prstGeom>
          <a:solidFill>
            <a:srgbClr val="26A889"/>
          </a:solidFill>
          <a:ln w="2540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5000"/>
              </a:lnSpc>
              <a:defRPr sz="100" b="1">
                <a:solidFill>
                  <a:srgbClr val="FFFFFF"/>
                </a:solidFill>
                <a:latin typeface="Noto Sans TC"/>
              </a:defRPr>
            </a:pPr>
          </a:p>
        </p:txBody>
      </p:sp>
      <p:sp>
        <p:nvSpPr>
          <p:cNvPr id="30" name="Oval 29"/>
          <p:cNvSpPr/>
          <p:nvPr/>
        </p:nvSpPr>
        <p:spPr>
          <a:xfrm>
            <a:off x="10003536" y="3849624"/>
            <a:ext cx="109728" cy="109728"/>
          </a:xfrm>
          <a:prstGeom prst="ellipse">
            <a:avLst/>
          </a:prstGeom>
          <a:solidFill>
            <a:srgbClr val="26A889"/>
          </a:solidFill>
          <a:ln w="2540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5000"/>
              </a:lnSpc>
              <a:defRPr sz="100" b="1">
                <a:solidFill>
                  <a:srgbClr val="FFFFFF"/>
                </a:solidFill>
                <a:latin typeface="Noto Sans TC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914400" y="5486400"/>
            <a:ext cx="9601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700" b="0">
                <a:solidFill>
                  <a:srgbClr val="707070"/>
                </a:solidFill>
                <a:latin typeface="Noto Sans TC"/>
              </a:defRPr>
            </a:pPr>
            <a:r>
              <a:t>?? CPU????????????????raw file ????????????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850" b="0">
                <a:solidFill>
                  <a:srgbClr val="707070"/>
                </a:solidFill>
                <a:latin typeface="Noto Sans TC"/>
              </a:defRPr>
            </a:pPr>
            <a:r>
              <a:t>????? / Apple-style concept v1 /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2800" b="1">
                <a:solidFill>
                  <a:srgbClr val="141413"/>
                </a:solidFill>
                <a:latin typeface="Noto Sans TC"/>
              </a:defRPr>
            </a:pPr>
            <a:r>
              <a:t>???????????????</a:t>
            </a:r>
          </a:p>
        </p:txBody>
      </p:sp>
      <p:sp>
        <p:nvSpPr>
          <p:cNvPr id="3" name="Oval 2"/>
          <p:cNvSpPr/>
          <p:nvPr/>
        </p:nvSpPr>
        <p:spPr>
          <a:xfrm>
            <a:off x="868680" y="2697480"/>
            <a:ext cx="1234440" cy="12344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0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5000"/>
              </a:lnSpc>
              <a:defRPr sz="1600" b="1">
                <a:solidFill>
                  <a:srgbClr val="141413"/>
                </a:solidFill>
                <a:latin typeface="Noto Sans TC"/>
              </a:defRPr>
            </a:pPr>
            <a:r>
              <a:t>??</a:t>
            </a:r>
            <a:br/>
            <a:r>
              <a:t>??</a:t>
            </a:r>
          </a:p>
        </p:txBody>
      </p:sp>
      <p:sp>
        <p:nvSpPr>
          <p:cNvPr id="4" name="Oval 3"/>
          <p:cNvSpPr/>
          <p:nvPr/>
        </p:nvSpPr>
        <p:spPr>
          <a:xfrm>
            <a:off x="3154680" y="1508760"/>
            <a:ext cx="1143000" cy="1143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1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5000"/>
              </a:lnSpc>
              <a:defRPr sz="1400" b="1">
                <a:solidFill>
                  <a:srgbClr val="141413"/>
                </a:solidFill>
                <a:latin typeface="Noto Sans TC"/>
              </a:defRPr>
            </a:pPr>
            <a:r>
              <a:t>??</a:t>
            </a:r>
            <a:br/>
            <a:r>
              <a:t>??</a:t>
            </a:r>
          </a:p>
        </p:txBody>
      </p:sp>
      <p:sp>
        <p:nvSpPr>
          <p:cNvPr id="5" name="Oval 4"/>
          <p:cNvSpPr/>
          <p:nvPr/>
        </p:nvSpPr>
        <p:spPr>
          <a:xfrm>
            <a:off x="3154680" y="2926080"/>
            <a:ext cx="1143000" cy="1143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7C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5000"/>
              </a:lnSpc>
              <a:defRPr sz="1400" b="1">
                <a:solidFill>
                  <a:srgbClr val="141413"/>
                </a:solidFill>
                <a:latin typeface="Noto Sans TC"/>
              </a:defRPr>
            </a:pPr>
            <a:r>
              <a:t>??</a:t>
            </a:r>
            <a:br/>
            <a:r>
              <a:t>??</a:t>
            </a:r>
          </a:p>
        </p:txBody>
      </p:sp>
      <p:sp>
        <p:nvSpPr>
          <p:cNvPr id="6" name="Oval 5"/>
          <p:cNvSpPr/>
          <p:nvPr/>
        </p:nvSpPr>
        <p:spPr>
          <a:xfrm>
            <a:off x="3154680" y="4343400"/>
            <a:ext cx="1143000" cy="1143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1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5000"/>
              </a:lnSpc>
              <a:defRPr sz="1400" b="1">
                <a:solidFill>
                  <a:srgbClr val="141413"/>
                </a:solidFill>
                <a:latin typeface="Noto Sans TC"/>
              </a:defRPr>
            </a:pPr>
            <a:r>
              <a:t>??</a:t>
            </a:r>
            <a:br/>
            <a:r>
              <a:t>??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2103120" y="2057400"/>
            <a:ext cx="1051560" cy="1261872"/>
          </a:xfrm>
          <a:prstGeom prst="line">
            <a:avLst/>
          </a:prstGeom>
          <a:ln w="2540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03120" y="3319272"/>
            <a:ext cx="1051560" cy="155448"/>
          </a:xfrm>
          <a:prstGeom prst="line">
            <a:avLst/>
          </a:prstGeom>
          <a:ln w="2540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103120" y="3319272"/>
            <a:ext cx="1051560" cy="1572768"/>
          </a:xfrm>
          <a:prstGeom prst="line">
            <a:avLst/>
          </a:prstGeom>
          <a:ln w="2540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623560" y="1325880"/>
            <a:ext cx="160020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lnSpc>
                <a:spcPct val="105000"/>
              </a:lnSpc>
              <a:defRPr sz="1400" b="1">
                <a:solidFill>
                  <a:srgbClr val="0D5C47"/>
                </a:solidFill>
                <a:latin typeface="Noto Sans TC"/>
              </a:defRPr>
            </a:pPr>
            <a:r>
              <a:t>AP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4297680" y="1581912"/>
            <a:ext cx="1325880" cy="1892808"/>
          </a:xfrm>
          <a:prstGeom prst="line">
            <a:avLst/>
          </a:prstGeom>
          <a:ln w="2540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623560" y="2240280"/>
            <a:ext cx="160020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lnSpc>
                <a:spcPct val="105000"/>
              </a:lnSpc>
              <a:defRPr sz="1400" b="1">
                <a:solidFill>
                  <a:srgbClr val="0D5C47"/>
                </a:solidFill>
                <a:latin typeface="Noto Sans TC"/>
              </a:defRPr>
            </a:pPr>
            <a:r>
              <a:t>DB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4297680" y="2496312"/>
            <a:ext cx="1325880" cy="978408"/>
          </a:xfrm>
          <a:prstGeom prst="line">
            <a:avLst/>
          </a:prstGeom>
          <a:ln w="2540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623560" y="3154680"/>
            <a:ext cx="160020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lnSpc>
                <a:spcPct val="105000"/>
              </a:lnSpc>
              <a:defRPr sz="1400" b="1">
                <a:solidFill>
                  <a:srgbClr val="0D5C47"/>
                </a:solidFill>
                <a:latin typeface="Noto Sans TC"/>
              </a:defRPr>
            </a:pPr>
            <a:r>
              <a:t>Batch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4297680" y="3410712"/>
            <a:ext cx="1325880" cy="64008"/>
          </a:xfrm>
          <a:prstGeom prst="line">
            <a:avLst/>
          </a:prstGeom>
          <a:ln w="2540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623560" y="4069080"/>
            <a:ext cx="160020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lnSpc>
                <a:spcPct val="105000"/>
              </a:lnSpc>
              <a:defRPr sz="1400" b="1">
                <a:solidFill>
                  <a:srgbClr val="0D5C47"/>
                </a:solidFill>
                <a:latin typeface="Noto Sans TC"/>
              </a:defRPr>
            </a:pPr>
            <a:r>
              <a:t>FE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297680" y="3474720"/>
            <a:ext cx="1325880" cy="850392"/>
          </a:xfrm>
          <a:prstGeom prst="line">
            <a:avLst/>
          </a:prstGeom>
          <a:ln w="15240">
            <a:solidFill>
              <a:srgbClr val="26A88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623560" y="4983480"/>
            <a:ext cx="160020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lnSpc>
                <a:spcPct val="105000"/>
              </a:lnSpc>
              <a:defRPr sz="1400" b="1">
                <a:solidFill>
                  <a:srgbClr val="0D5C47"/>
                </a:solidFill>
                <a:latin typeface="Noto Sans TC"/>
              </a:defRPr>
            </a:pPr>
            <a:r>
              <a:t>PAM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297680" y="3474720"/>
            <a:ext cx="1325880" cy="1764792"/>
          </a:xfrm>
          <a:prstGeom prst="line">
            <a:avLst/>
          </a:prstGeom>
          <a:ln w="15240">
            <a:solidFill>
              <a:srgbClr val="26A88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458200" y="1828800"/>
            <a:ext cx="1783080" cy="457200"/>
          </a:xfrm>
          <a:prstGeom prst="roundRect">
            <a:avLst/>
          </a:prstGeom>
          <a:solidFill>
            <a:srgbClr val="EBF7E8"/>
          </a:solidFill>
          <a:ln w="1778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lnSpc>
                <a:spcPct val="105000"/>
              </a:lnSpc>
              <a:defRPr sz="1200" b="1">
                <a:solidFill>
                  <a:srgbClr val="141413"/>
                </a:solidFill>
                <a:latin typeface="Noto Sans TC"/>
              </a:defRPr>
            </a:pPr>
            <a:r>
              <a:t>10.1.4.21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223760" y="2057400"/>
            <a:ext cx="1234440" cy="0"/>
          </a:xfrm>
          <a:prstGeom prst="line">
            <a:avLst/>
          </a:prstGeom>
          <a:ln w="2159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458200" y="2651760"/>
            <a:ext cx="1783080" cy="457200"/>
          </a:xfrm>
          <a:prstGeom prst="roundRect">
            <a:avLst/>
          </a:prstGeom>
          <a:solidFill>
            <a:srgbClr val="EBF7E8"/>
          </a:solidFill>
          <a:ln w="1778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lnSpc>
                <a:spcPct val="105000"/>
              </a:lnSpc>
              <a:defRPr sz="1200" b="1">
                <a:solidFill>
                  <a:srgbClr val="141413"/>
                </a:solidFill>
                <a:latin typeface="Noto Sans TC"/>
              </a:defRPr>
            </a:pPr>
            <a:r>
              <a:t>10.1.4.22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223760" y="2880360"/>
            <a:ext cx="1234440" cy="0"/>
          </a:xfrm>
          <a:prstGeom prst="line">
            <a:avLst/>
          </a:prstGeom>
          <a:ln w="2159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458200" y="3474720"/>
            <a:ext cx="1783080" cy="457200"/>
          </a:xfrm>
          <a:prstGeom prst="roundRect">
            <a:avLst/>
          </a:prstGeom>
          <a:solidFill>
            <a:srgbClr val="EBF7E8"/>
          </a:solidFill>
          <a:ln w="1778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lnSpc>
                <a:spcPct val="105000"/>
              </a:lnSpc>
              <a:defRPr sz="1200" b="1">
                <a:solidFill>
                  <a:srgbClr val="141413"/>
                </a:solidFill>
                <a:latin typeface="Noto Sans TC"/>
              </a:defRPr>
            </a:pPr>
            <a:r>
              <a:t>10.1.4.23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223760" y="3703320"/>
            <a:ext cx="1234440" cy="0"/>
          </a:xfrm>
          <a:prstGeom prst="line">
            <a:avLst/>
          </a:prstGeom>
          <a:ln w="2159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138160" y="4983480"/>
            <a:ext cx="33832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2100" b="1">
                <a:solidFill>
                  <a:srgbClr val="141413"/>
                </a:solidFill>
                <a:latin typeface="Noto Sans TC"/>
              </a:defRPr>
            </a:pPr>
            <a:r>
              <a:t>????????????????????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850" b="0">
                <a:solidFill>
                  <a:srgbClr val="707070"/>
                </a:solidFill>
                <a:latin typeface="Noto Sans TC"/>
              </a:defRPr>
            </a:pPr>
            <a:r>
              <a:t>????? / Apple-style concept v1 /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2800" b="1">
                <a:solidFill>
                  <a:srgbClr val="141413"/>
                </a:solidFill>
                <a:latin typeface="Noto Sans TC"/>
              </a:defRPr>
            </a:pPr>
            <a:r>
              <a:t>AI ???? debug?????? VM?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2240280"/>
            <a:ext cx="1874519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2240280"/>
            <a:ext cx="54864" cy="132588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2404872"/>
            <a:ext cx="1554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0D5C47"/>
                </a:solidFill>
                <a:latin typeface="Noto Sans TC"/>
              </a:defRPr>
            </a:pPr>
            <a:r>
              <a:t>VM 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807208"/>
            <a:ext cx="1554479" cy="594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500" b="0">
                <a:solidFill>
                  <a:srgbClr val="141413"/>
                </a:solidFill>
                <a:latin typeface="Noto Sans TC"/>
              </a:defRPr>
            </a:pPr>
            <a:r>
              <a:t>log / report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87168" y="2880360"/>
            <a:ext cx="365760" cy="0"/>
          </a:xfrm>
          <a:prstGeom prst="line">
            <a:avLst/>
          </a:prstGeom>
          <a:ln w="29209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80360" y="2240280"/>
            <a:ext cx="1874519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80360" y="2240280"/>
            <a:ext cx="54864" cy="132588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81528" y="2404872"/>
            <a:ext cx="1554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0D5C47"/>
                </a:solidFill>
                <a:latin typeface="Noto Sans TC"/>
              </a:defRPr>
            </a:pPr>
            <a:r>
              <a:t>????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1528" y="2807208"/>
            <a:ext cx="1554479" cy="594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500" b="0">
                <a:solidFill>
                  <a:srgbClr val="141413"/>
                </a:solidFill>
                <a:latin typeface="Noto Sans TC"/>
              </a:defRPr>
            </a:pPr>
            <a:r>
              <a:t>bundle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73168" y="2880360"/>
            <a:ext cx="365760" cy="0"/>
          </a:xfrm>
          <a:prstGeom prst="line">
            <a:avLst/>
          </a:prstGeom>
          <a:ln w="29209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66360" y="2240280"/>
            <a:ext cx="1874519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66360" y="2240280"/>
            <a:ext cx="54864" cy="132588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67528" y="2404872"/>
            <a:ext cx="1554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0D5C47"/>
                </a:solidFill>
                <a:latin typeface="Noto Sans TC"/>
              </a:defRPr>
            </a:pPr>
            <a:r>
              <a:t>?? GPT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7528" y="2807208"/>
            <a:ext cx="1554479" cy="594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500" b="0">
                <a:solidFill>
                  <a:srgbClr val="141413"/>
                </a:solidFill>
                <a:latin typeface="Noto Sans TC"/>
              </a:defRPr>
            </a:pPr>
            <a:r>
              <a:t>????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59168" y="2880360"/>
            <a:ext cx="365760" cy="0"/>
          </a:xfrm>
          <a:prstGeom prst="line">
            <a:avLst/>
          </a:prstGeom>
          <a:ln w="29209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52360" y="2240280"/>
            <a:ext cx="1874519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2240280"/>
            <a:ext cx="54864" cy="132588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53528" y="2404872"/>
            <a:ext cx="1554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0D5C47"/>
                </a:solidFill>
                <a:latin typeface="Noto Sans TC"/>
              </a:defRPr>
            </a:pPr>
            <a:r>
              <a:t>Codex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3528" y="2807208"/>
            <a:ext cx="1554479" cy="594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500" b="0">
                <a:solidFill>
                  <a:srgbClr val="141413"/>
                </a:solidFill>
                <a:latin typeface="Noto Sans TC"/>
              </a:defRPr>
            </a:pPr>
            <a:r>
              <a:t>? code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345168" y="2880360"/>
            <a:ext cx="365760" cy="0"/>
          </a:xfrm>
          <a:prstGeom prst="line">
            <a:avLst/>
          </a:prstGeom>
          <a:ln w="29209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738360" y="2240280"/>
            <a:ext cx="1874519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38360" y="2240280"/>
            <a:ext cx="54864" cy="132588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39528" y="2404872"/>
            <a:ext cx="1554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0D5C47"/>
                </a:solidFill>
                <a:latin typeface="Noto Sans TC"/>
              </a:defRPr>
            </a:pPr>
            <a:r>
              <a:t>???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39528" y="2807208"/>
            <a:ext cx="1554479" cy="594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500" b="0">
                <a:solidFill>
                  <a:srgbClr val="141413"/>
                </a:solidFill>
                <a:latin typeface="Noto Sans TC"/>
              </a:defRPr>
            </a:pPr>
            <a:r>
              <a:t>????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846320"/>
            <a:ext cx="100584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2900" b="1">
                <a:solidFill>
                  <a:srgbClr val="141413"/>
                </a:solidFill>
                <a:latin typeface="Noto Sans TC"/>
              </a:defRPr>
            </a:pPr>
            <a:r>
              <a:t>???AI ??????????????? VM?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850" b="0">
                <a:solidFill>
                  <a:srgbClr val="707070"/>
                </a:solidFill>
                <a:latin typeface="Noto Sans TC"/>
              </a:defRPr>
            </a:pPr>
            <a:r>
              <a:t>????? / Apple-style concept v1 /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2800" b="1">
                <a:solidFill>
                  <a:srgbClr val="141413"/>
                </a:solidFill>
                <a:latin typeface="Noto Sans TC"/>
              </a:defRPr>
            </a:pPr>
            <a:r>
              <a:t>??????????????????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286000"/>
            <a:ext cx="224028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54864" cy="141732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2450592"/>
            <a:ext cx="1920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0D5C47"/>
                </a:solidFill>
                <a:latin typeface="Noto Sans TC"/>
              </a:defRPr>
            </a:pPr>
            <a:r>
              <a:t>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852928"/>
            <a:ext cx="19202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500" b="0">
                <a:solidFill>
                  <a:srgbClr val="141413"/>
                </a:solidFill>
                <a:latin typeface="Noto Sans TC"/>
              </a:defRPr>
            </a:pPr>
            <a:r>
              <a:t>SSH / WinRM / nmap / NMON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82112" y="2971800"/>
            <a:ext cx="429768" cy="0"/>
          </a:xfrm>
          <a:prstGeom prst="line">
            <a:avLst/>
          </a:prstGeom>
          <a:ln w="29209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657600" y="2286000"/>
            <a:ext cx="224028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2286000"/>
            <a:ext cx="54864" cy="141732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58768" y="2450592"/>
            <a:ext cx="1920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0D5C47"/>
                </a:solidFill>
                <a:latin typeface="Noto Sans TC"/>
              </a:defRPr>
            </a:pPr>
            <a:r>
              <a:t>??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58768" y="2852928"/>
            <a:ext cx="19202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500" b="0">
                <a:solidFill>
                  <a:srgbClr val="141413"/>
                </a:solidFill>
                <a:latin typeface="Noto Sans TC"/>
              </a:defRPr>
            </a:pPr>
            <a:r>
              <a:t>?? / ?? / ??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25312" y="2971800"/>
            <a:ext cx="429768" cy="0"/>
          </a:xfrm>
          <a:prstGeom prst="line">
            <a:avLst/>
          </a:prstGeom>
          <a:ln w="29209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0" y="2286000"/>
            <a:ext cx="224028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286000"/>
            <a:ext cx="54864" cy="141732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2450592"/>
            <a:ext cx="1920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0D5C47"/>
                </a:solidFill>
                <a:latin typeface="Noto Sans TC"/>
              </a:defRPr>
            </a:pPr>
            <a:r>
              <a:t>??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2852928"/>
            <a:ext cx="19202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500" b="0">
                <a:solidFill>
                  <a:srgbClr val="141413"/>
                </a:solidFill>
                <a:latin typeface="Noto Sans TC"/>
              </a:defRPr>
            </a:pPr>
            <a:r>
              <a:t>Dashboard / ?? / ??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68512" y="2971800"/>
            <a:ext cx="429768" cy="0"/>
          </a:xfrm>
          <a:prstGeom prst="line">
            <a:avLst/>
          </a:prstGeom>
          <a:ln w="29209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144000" y="2286000"/>
            <a:ext cx="224028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2286000"/>
            <a:ext cx="54864" cy="141732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5168" y="2450592"/>
            <a:ext cx="1920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0D5C47"/>
                </a:solidFill>
                <a:latin typeface="Noto Sans TC"/>
              </a:defRPr>
            </a:pPr>
            <a:r>
              <a:t>??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45168" y="2852928"/>
            <a:ext cx="19202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500" b="0">
                <a:solidFill>
                  <a:srgbClr val="141413"/>
                </a:solidFill>
                <a:latin typeface="Noto Sans TC"/>
              </a:defRPr>
            </a:pPr>
            <a:r>
              <a:t>MongoDB / Log / Audit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937760"/>
            <a:ext cx="10058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2200" b="0">
                <a:solidFill>
                  <a:srgbClr val="707070"/>
                </a:solidFill>
                <a:latin typeface="Noto Sans TC"/>
              </a:defRPr>
            </a:pPr>
            <a:r>
              <a:t>?????????????????????????????????????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850" b="0">
                <a:solidFill>
                  <a:srgbClr val="707070"/>
                </a:solidFill>
                <a:latin typeface="Noto Sans TC"/>
              </a:defRPr>
            </a:pPr>
            <a:r>
              <a:t>????? / Apple-style concept v1 /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88136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2800" b="1">
                <a:solidFill>
                  <a:srgbClr val="141413"/>
                </a:solidFill>
                <a:latin typeface="Noto Sans TC"/>
              </a:defRPr>
            </a:pPr>
            <a:r>
              <a:t>???????????????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011680"/>
            <a:ext cx="2377440" cy="2011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011680"/>
            <a:ext cx="54864" cy="201168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2176272"/>
            <a:ext cx="2057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0D5C47"/>
                </a:solidFill>
                <a:latin typeface="Noto Sans TC"/>
              </a:defRPr>
            </a:pPr>
            <a: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578608"/>
            <a:ext cx="2057400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500" b="0">
                <a:solidFill>
                  <a:srgbClr val="141413"/>
                </a:solidFill>
                <a:latin typeface="Noto Sans TC"/>
              </a:defRPr>
            </a:pPr>
            <a:r>
              <a:t>??????????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79" y="2011680"/>
            <a:ext cx="2377440" cy="2011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11879" y="2011680"/>
            <a:ext cx="54864" cy="201168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3048" y="2176272"/>
            <a:ext cx="2057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0D5C47"/>
                </a:solidFill>
                <a:latin typeface="Noto Sans TC"/>
              </a:defRPr>
            </a:pPr>
            <a:r>
              <a:t>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3048" y="2578608"/>
            <a:ext cx="2057400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500" b="0">
                <a:solidFill>
                  <a:srgbClr val="141413"/>
                </a:solidFill>
                <a:latin typeface="Noto Sans TC"/>
              </a:defRPr>
            </a:pPr>
            <a:r>
              <a:t>?????????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011680"/>
            <a:ext cx="2377440" cy="2011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011680"/>
            <a:ext cx="54864" cy="2011680"/>
          </a:xfrm>
          <a:prstGeom prst="rect">
            <a:avLst/>
          </a:prstGeom>
          <a:solidFill>
            <a:srgbClr val="E87C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2176272"/>
            <a:ext cx="2057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0D5C47"/>
                </a:solidFill>
                <a:latin typeface="Noto Sans TC"/>
              </a:defRPr>
            </a:pPr>
            <a:r>
              <a:t>Phase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2578608"/>
            <a:ext cx="2057400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500" b="0">
                <a:solidFill>
                  <a:srgbClr val="141413"/>
                </a:solidFill>
                <a:latin typeface="Noto Sans TC"/>
              </a:defRPr>
            </a:pPr>
            <a:r>
              <a:t>??????AI Debug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19" y="2011680"/>
            <a:ext cx="2377440" cy="2011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89719" y="2011680"/>
            <a:ext cx="54864" cy="2011680"/>
          </a:xfrm>
          <a:prstGeom prst="rect">
            <a:avLst/>
          </a:prstGeom>
          <a:solidFill>
            <a:srgbClr val="E87C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90888" y="2176272"/>
            <a:ext cx="2057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0D5C47"/>
                </a:solidFill>
                <a:latin typeface="Noto Sans TC"/>
              </a:defRPr>
            </a:pPr>
            <a:r>
              <a:t>Phase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90888" y="2578608"/>
            <a:ext cx="2057400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1500" b="0">
                <a:solidFill>
                  <a:srgbClr val="141413"/>
                </a:solidFill>
                <a:latin typeface="Noto Sans TC"/>
              </a:defRPr>
            </a:pPr>
            <a:r>
              <a:t>??????????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83480"/>
            <a:ext cx="102412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2600" b="1">
                <a:solidFill>
                  <a:srgbClr val="141413"/>
                </a:solidFill>
                <a:latin typeface="Noto Sans TC"/>
              </a:defRPr>
            </a:pPr>
            <a:r>
              <a:t>????????????????????????????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850" b="0">
                <a:solidFill>
                  <a:srgbClr val="707070"/>
                </a:solidFill>
                <a:latin typeface="Noto Sans TC"/>
              </a:defRPr>
            </a:pPr>
            <a:r>
              <a:t>????? / Apple-style concept v1 /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57400"/>
            <a:ext cx="1033272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4200" b="1">
                <a:solidFill>
                  <a:srgbClr val="141413"/>
                </a:solidFill>
                <a:latin typeface="Noto Sans TC"/>
              </a:defRPr>
            </a:pPr>
            <a:r>
              <a:t>? IT ?????????????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3246120"/>
            <a:ext cx="91440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2600" b="1">
                <a:solidFill>
                  <a:srgbClr val="0D5C47"/>
                </a:solidFill>
                <a:latin typeface="Noto Sans TC"/>
              </a:defRPr>
            </a:pPr>
            <a:r>
              <a:t>?????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defRPr sz="850" b="0">
                <a:solidFill>
                  <a:srgbClr val="707070"/>
                </a:solidFill>
                <a:latin typeface="Noto Sans TC"/>
              </a:defRPr>
            </a:pPr>
            <a:r>
              <a:t>????? / Apple-style concept v1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